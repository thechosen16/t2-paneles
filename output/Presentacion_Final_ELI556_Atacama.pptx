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84c6ff8f0a6225d1da45a3b2826e84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11680"/>
            <a:ext cx="5029200" cy="282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