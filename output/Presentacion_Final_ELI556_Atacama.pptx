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bb06151bcf09291bead73672e21c10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459783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33375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600">
                <a:solidFill>
                  <a:srgbClr val="FFFFFF"/>
                </a:solidFill>
              </a:rPr>
              <a:t>[2]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566928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→ Parámetros base para el escalado dinámico a las condiciones reales de Atacama.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3" name="Picture 12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2971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5" name="Picture 14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6" name="Picture 15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94960" y="45262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>
                <a:solidFill>
                  <a:srgbClr val="E8A838"/>
                </a:solidFill>
              </a:rPr>
              <a:t> &gt; 0,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 i="1">
                <a:solidFill>
                  <a:srgbClr val="E8A838"/>
                </a:solidFill>
              </a:rPr>
              <a:t>I</a:t>
            </a:r>
            <a:r>
              <a:rPr sz="1500">
                <a:solidFill>
                  <a:srgbClr val="E8A838"/>
                </a:solidFill>
              </a:rPr>
              <a:t> ∈ </a:t>
            </a:r>
            <a:r>
              <a:rPr sz="1500">
                <a:solidFill>
                  <a:srgbClr val="E8A838"/>
                </a:solidFill>
              </a:rPr>
              <a:t>1, 2</a:t>
            </a:r>
            <a:r>
              <a:rPr sz="15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7200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520440"/>
            <a:ext cx="51814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8521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66560" y="1097280"/>
            <a:ext cx="46634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1887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V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 / 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: Tensión y corriente MPP horarias del SDM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poa,t</a:t>
            </a:r>
            <a:r>
              <a:rPr sz="1400">
                <a:solidFill>
                  <a:srgbClr val="E8A838"/>
                </a:solidFill>
              </a:rPr>
              <a:t>: Irradiancia temporal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ref</a:t>
            </a:r>
            <a:r>
              <a:rPr sz="1400">
                <a:solidFill>
                  <a:srgbClr val="E8A838"/>
                </a:solidFill>
              </a:rPr>
              <a:t>: Irradiancia de referencia a STC (1000 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