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11680"/>
            <a:ext cx="5029200" cy="282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6035040" cy="4526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