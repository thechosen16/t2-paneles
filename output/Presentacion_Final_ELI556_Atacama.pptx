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2" name="Picture 11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3" name="Picture 12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66928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520440"/>
            <a:ext cx="51814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8521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66560" y="1097280"/>
            <a:ext cx="4663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1887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temporal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