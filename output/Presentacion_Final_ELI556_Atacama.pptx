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11680"/>
            <a:ext cx="5029200" cy="282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500">
                <a:solidFill>
                  <a:srgbClr val="FFFFFF"/>
                </a:solidFill>
              </a:rPr>
              <a:t>[2]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Se extraen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en STC: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1. Cortocircuito: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2. Circuito Abierto: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3. Máxima Potencia: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mp,ref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4. Pendiente en MPP (d</a:t>
            </a:r>
            <a:r>
              <a:rPr sz="1400" i="1">
                <a:solidFill>
                  <a:srgbClr val="FFFFFF"/>
                </a:solidFill>
              </a:rPr>
              <a:t>P</a:t>
            </a:r>
            <a:r>
              <a:rPr sz="1400">
                <a:solidFill>
                  <a:srgbClr val="FFFFFF"/>
                </a:solidFill>
              </a:rPr>
              <a:t>/d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1404454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5. Coeficiente térmico de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</a:t>
            </a:r>
            <a:r>
              <a:rPr sz="14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972151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Para acoplar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48840"/>
            <a:ext cx="282531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834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246120"/>
            <a:ext cx="1974511" cy="41148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94760"/>
            <a:ext cx="6743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4348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